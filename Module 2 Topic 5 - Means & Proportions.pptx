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C00D82-2B78-4F85-979A-E6EC72FDD79D}" v="2" dt="2026-08-18T08:27:54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dney Malunga" userId="f348baeb-1f05-486c-bbcc-2da6e207d963" providerId="ADAL" clId="{DE3B0BC8-E27C-48FE-86D3-D2EF9400FA41}"/>
    <pc:docChg chg="undo custSel modSld">
      <pc:chgData name="Sydney Malunga" userId="f348baeb-1f05-486c-bbcc-2da6e207d963" providerId="ADAL" clId="{DE3B0BC8-E27C-48FE-86D3-D2EF9400FA41}" dt="2026-08-18T08:30:39.102" v="65" actId="22"/>
      <pc:docMkLst>
        <pc:docMk/>
      </pc:docMkLst>
      <pc:sldChg chg="addSp delSp modSp mod">
        <pc:chgData name="Sydney Malunga" userId="f348baeb-1f05-486c-bbcc-2da6e207d963" providerId="ADAL" clId="{DE3B0BC8-E27C-48FE-86D3-D2EF9400FA41}" dt="2026-08-18T08:28:06.168" v="9" actId="478"/>
        <pc:sldMkLst>
          <pc:docMk/>
          <pc:sldMk cId="0" sldId="256"/>
        </pc:sldMkLst>
        <pc:spChg chg="del">
          <ac:chgData name="Sydney Malunga" userId="f348baeb-1f05-486c-bbcc-2da6e207d963" providerId="ADAL" clId="{DE3B0BC8-E27C-48FE-86D3-D2EF9400FA41}" dt="2026-08-18T08:26:18.864" v="2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ydney Malunga" userId="f348baeb-1f05-486c-bbcc-2da6e207d963" providerId="ADAL" clId="{DE3B0BC8-E27C-48FE-86D3-D2EF9400FA41}" dt="2026-08-18T08:26:18.293" v="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ydney Malunga" userId="f348baeb-1f05-486c-bbcc-2da6e207d963" providerId="ADAL" clId="{DE3B0BC8-E27C-48FE-86D3-D2EF9400FA41}" dt="2026-08-18T08:27:44.789" v="4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28:06.168" v="9" actId="478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Sydney Malunga" userId="f348baeb-1f05-486c-bbcc-2da6e207d963" providerId="ADAL" clId="{DE3B0BC8-E27C-48FE-86D3-D2EF9400FA41}" dt="2026-08-18T08:28:02.573" v="8" actId="1076"/>
          <ac:spMkLst>
            <pc:docMk/>
            <pc:sldMk cId="0" sldId="256"/>
            <ac:spMk id="11" creationId="{13347F3B-05B3-ACC7-1EA4-FA08591D45BA}"/>
          </ac:spMkLst>
        </pc:spChg>
        <pc:spChg chg="add mod">
          <ac:chgData name="Sydney Malunga" userId="f348baeb-1f05-486c-bbcc-2da6e207d963" providerId="ADAL" clId="{DE3B0BC8-E27C-48FE-86D3-D2EF9400FA41}" dt="2026-08-18T08:28:02.573" v="8" actId="1076"/>
          <ac:spMkLst>
            <pc:docMk/>
            <pc:sldMk cId="0" sldId="256"/>
            <ac:spMk id="13" creationId="{0FC57906-5ED4-DC12-3EA0-5EFD56CB6BBD}"/>
          </ac:spMkLst>
        </pc:spChg>
        <pc:spChg chg="add mod">
          <ac:chgData name="Sydney Malunga" userId="f348baeb-1f05-486c-bbcc-2da6e207d963" providerId="ADAL" clId="{DE3B0BC8-E27C-48FE-86D3-D2EF9400FA41}" dt="2026-08-18T08:28:02.573" v="8" actId="1076"/>
          <ac:spMkLst>
            <pc:docMk/>
            <pc:sldMk cId="0" sldId="256"/>
            <ac:spMk id="15" creationId="{DB29E040-3492-CCE1-D4CA-268538581385}"/>
          </ac:spMkLst>
        </pc:spChg>
        <pc:spChg chg="add mod">
          <ac:chgData name="Sydney Malunga" userId="f348baeb-1f05-486c-bbcc-2da6e207d963" providerId="ADAL" clId="{DE3B0BC8-E27C-48FE-86D3-D2EF9400FA41}" dt="2026-08-18T08:28:02.573" v="8" actId="1076"/>
          <ac:spMkLst>
            <pc:docMk/>
            <pc:sldMk cId="0" sldId="256"/>
            <ac:spMk id="17" creationId="{0B0C7067-B3E9-FF11-01A8-06ADDE0AF25B}"/>
          </ac:spMkLst>
        </pc:spChg>
        <pc:spChg chg="add mod">
          <ac:chgData name="Sydney Malunga" userId="f348baeb-1f05-486c-bbcc-2da6e207d963" providerId="ADAL" clId="{DE3B0BC8-E27C-48FE-86D3-D2EF9400FA41}" dt="2026-08-18T08:28:02.573" v="8" actId="1076"/>
          <ac:spMkLst>
            <pc:docMk/>
            <pc:sldMk cId="0" sldId="256"/>
            <ac:spMk id="19" creationId="{FB6E23D4-EB6B-AFFB-19A6-B4B218C4BF22}"/>
          </ac:spMkLst>
        </pc:spChg>
        <pc:spChg chg="add mod">
          <ac:chgData name="Sydney Malunga" userId="f348baeb-1f05-486c-bbcc-2da6e207d963" providerId="ADAL" clId="{DE3B0BC8-E27C-48FE-86D3-D2EF9400FA41}" dt="2026-08-18T08:27:54.628" v="7" actId="571"/>
          <ac:spMkLst>
            <pc:docMk/>
            <pc:sldMk cId="0" sldId="256"/>
            <ac:spMk id="20" creationId="{DB9C79B9-1F6D-D794-A5E1-531283CBFD21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39.102" v="65" actId="22"/>
        <pc:sldMkLst>
          <pc:docMk/>
          <pc:sldMk cId="0" sldId="257"/>
        </pc:sldMkLst>
        <pc:spChg chg="add del">
          <ac:chgData name="Sydney Malunga" userId="f348baeb-1f05-486c-bbcc-2da6e207d963" providerId="ADAL" clId="{DE3B0BC8-E27C-48FE-86D3-D2EF9400FA41}" dt="2026-08-18T08:28:24.436" v="14" actId="478"/>
          <ac:spMkLst>
            <pc:docMk/>
            <pc:sldMk cId="0" sldId="257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39.102" v="65" actId="22"/>
          <ac:spMkLst>
            <pc:docMk/>
            <pc:sldMk cId="0" sldId="257"/>
            <ac:spMk id="26" creationId="{A3457B8E-34E8-F73F-4B7D-1DAAE4812899}"/>
          </ac:spMkLst>
        </pc:spChg>
        <pc:picChg chg="add del">
          <ac:chgData name="Sydney Malunga" userId="f348baeb-1f05-486c-bbcc-2da6e207d963" providerId="ADAL" clId="{DE3B0BC8-E27C-48FE-86D3-D2EF9400FA41}" dt="2026-08-18T08:28:20.096" v="13" actId="478"/>
          <ac:picMkLst>
            <pc:docMk/>
            <pc:sldMk cId="0" sldId="257"/>
            <ac:picMk id="2" creationId="{00000000-0000-0000-0000-000000000000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30:37.829" v="64" actId="22"/>
        <pc:sldMkLst>
          <pc:docMk/>
          <pc:sldMk cId="0" sldId="258"/>
        </pc:sldMkLst>
        <pc:spChg chg="del">
          <ac:chgData name="Sydney Malunga" userId="f348baeb-1f05-486c-bbcc-2da6e207d963" providerId="ADAL" clId="{DE3B0BC8-E27C-48FE-86D3-D2EF9400FA41}" dt="2026-08-18T08:28:27.780" v="15" actId="478"/>
          <ac:spMkLst>
            <pc:docMk/>
            <pc:sldMk cId="0" sldId="258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37.829" v="64" actId="22"/>
          <ac:spMkLst>
            <pc:docMk/>
            <pc:sldMk cId="0" sldId="258"/>
            <ac:spMk id="15" creationId="{68BC4F43-BC4E-9BCC-4816-521BC4A39235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37.067" v="63" actId="22"/>
        <pc:sldMkLst>
          <pc:docMk/>
          <pc:sldMk cId="0" sldId="259"/>
        </pc:sldMkLst>
        <pc:spChg chg="del">
          <ac:chgData name="Sydney Malunga" userId="f348baeb-1f05-486c-bbcc-2da6e207d963" providerId="ADAL" clId="{DE3B0BC8-E27C-48FE-86D3-D2EF9400FA41}" dt="2026-08-18T08:28:30.010" v="16" actId="478"/>
          <ac:spMkLst>
            <pc:docMk/>
            <pc:sldMk cId="0" sldId="259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37.067" v="63" actId="22"/>
          <ac:spMkLst>
            <pc:docMk/>
            <pc:sldMk cId="0" sldId="259"/>
            <ac:spMk id="19" creationId="{7D75476B-1DAF-0C04-CAE6-330A50588DF6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35.078" v="62" actId="22"/>
        <pc:sldMkLst>
          <pc:docMk/>
          <pc:sldMk cId="0" sldId="260"/>
        </pc:sldMkLst>
        <pc:spChg chg="del">
          <ac:chgData name="Sydney Malunga" userId="f348baeb-1f05-486c-bbcc-2da6e207d963" providerId="ADAL" clId="{DE3B0BC8-E27C-48FE-86D3-D2EF9400FA41}" dt="2026-08-18T08:28:32.062" v="17" actId="478"/>
          <ac:spMkLst>
            <pc:docMk/>
            <pc:sldMk cId="0" sldId="260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35.078" v="62" actId="22"/>
          <ac:spMkLst>
            <pc:docMk/>
            <pc:sldMk cId="0" sldId="260"/>
            <ac:spMk id="9" creationId="{5199A18B-2888-B8AF-2DD0-0BD0CD10823B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33.465" v="61" actId="22"/>
        <pc:sldMkLst>
          <pc:docMk/>
          <pc:sldMk cId="0" sldId="261"/>
        </pc:sldMkLst>
        <pc:spChg chg="del">
          <ac:chgData name="Sydney Malunga" userId="f348baeb-1f05-486c-bbcc-2da6e207d963" providerId="ADAL" clId="{DE3B0BC8-E27C-48FE-86D3-D2EF9400FA41}" dt="2026-08-18T08:28:34.385" v="18" actId="478"/>
          <ac:spMkLst>
            <pc:docMk/>
            <pc:sldMk cId="0" sldId="261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33.465" v="61" actId="22"/>
          <ac:spMkLst>
            <pc:docMk/>
            <pc:sldMk cId="0" sldId="261"/>
            <ac:spMk id="12" creationId="{C1D50714-3885-A8F5-4AF2-DB1F848DE4CC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32.600" v="60" actId="22"/>
        <pc:sldMkLst>
          <pc:docMk/>
          <pc:sldMk cId="0" sldId="262"/>
        </pc:sldMkLst>
        <pc:spChg chg="del">
          <ac:chgData name="Sydney Malunga" userId="f348baeb-1f05-486c-bbcc-2da6e207d963" providerId="ADAL" clId="{DE3B0BC8-E27C-48FE-86D3-D2EF9400FA41}" dt="2026-08-18T08:28:36.003" v="19" actId="478"/>
          <ac:spMkLst>
            <pc:docMk/>
            <pc:sldMk cId="0" sldId="262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32.600" v="60" actId="22"/>
          <ac:spMkLst>
            <pc:docMk/>
            <pc:sldMk cId="0" sldId="262"/>
            <ac:spMk id="27" creationId="{887E9BF4-B572-1C55-3CAE-4A00A35143C2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31.033" v="59" actId="22"/>
        <pc:sldMkLst>
          <pc:docMk/>
          <pc:sldMk cId="0" sldId="263"/>
        </pc:sldMkLst>
        <pc:spChg chg="del">
          <ac:chgData name="Sydney Malunga" userId="f348baeb-1f05-486c-bbcc-2da6e207d963" providerId="ADAL" clId="{DE3B0BC8-E27C-48FE-86D3-D2EF9400FA41}" dt="2026-08-18T08:28:38.175" v="20" actId="478"/>
          <ac:spMkLst>
            <pc:docMk/>
            <pc:sldMk cId="0" sldId="263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31.033" v="59" actId="22"/>
          <ac:spMkLst>
            <pc:docMk/>
            <pc:sldMk cId="0" sldId="263"/>
            <ac:spMk id="12" creationId="{3DCDDED3-38CE-B303-125A-4A8B04AF4966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29.286" v="58" actId="22"/>
        <pc:sldMkLst>
          <pc:docMk/>
          <pc:sldMk cId="0" sldId="264"/>
        </pc:sldMkLst>
        <pc:spChg chg="del">
          <ac:chgData name="Sydney Malunga" userId="f348baeb-1f05-486c-bbcc-2da6e207d963" providerId="ADAL" clId="{DE3B0BC8-E27C-48FE-86D3-D2EF9400FA41}" dt="2026-08-18T08:28:40.634" v="21" actId="478"/>
          <ac:spMkLst>
            <pc:docMk/>
            <pc:sldMk cId="0" sldId="264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29.286" v="58" actId="22"/>
          <ac:spMkLst>
            <pc:docMk/>
            <pc:sldMk cId="0" sldId="264"/>
            <ac:spMk id="21" creationId="{EF729789-8B6A-FE26-A883-669A766EB895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27.248" v="57" actId="22"/>
        <pc:sldMkLst>
          <pc:docMk/>
          <pc:sldMk cId="0" sldId="265"/>
        </pc:sldMkLst>
        <pc:spChg chg="del">
          <ac:chgData name="Sydney Malunga" userId="f348baeb-1f05-486c-bbcc-2da6e207d963" providerId="ADAL" clId="{DE3B0BC8-E27C-48FE-86D3-D2EF9400FA41}" dt="2026-08-18T08:28:43.257" v="22" actId="478"/>
          <ac:spMkLst>
            <pc:docMk/>
            <pc:sldMk cId="0" sldId="265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27.248" v="57" actId="22"/>
          <ac:spMkLst>
            <pc:docMk/>
            <pc:sldMk cId="0" sldId="265"/>
            <ac:spMk id="20" creationId="{D5ACCEB0-01EB-A93A-78C5-6B6FF414BBE9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25.401" v="56" actId="22"/>
        <pc:sldMkLst>
          <pc:docMk/>
          <pc:sldMk cId="0" sldId="266"/>
        </pc:sldMkLst>
        <pc:spChg chg="del">
          <ac:chgData name="Sydney Malunga" userId="f348baeb-1f05-486c-bbcc-2da6e207d963" providerId="ADAL" clId="{DE3B0BC8-E27C-48FE-86D3-D2EF9400FA41}" dt="2026-08-18T08:28:46.155" v="23" actId="478"/>
          <ac:spMkLst>
            <pc:docMk/>
            <pc:sldMk cId="0" sldId="266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25.401" v="56" actId="22"/>
          <ac:spMkLst>
            <pc:docMk/>
            <pc:sldMk cId="0" sldId="266"/>
            <ac:spMk id="14" creationId="{8764D2A5-24B7-625C-2D66-6B94F06EE265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21.762" v="55" actId="22"/>
        <pc:sldMkLst>
          <pc:docMk/>
          <pc:sldMk cId="0" sldId="267"/>
        </pc:sldMkLst>
        <pc:spChg chg="del">
          <ac:chgData name="Sydney Malunga" userId="f348baeb-1f05-486c-bbcc-2da6e207d963" providerId="ADAL" clId="{DE3B0BC8-E27C-48FE-86D3-D2EF9400FA41}" dt="2026-08-18T08:28:48.937" v="24" actId="478"/>
          <ac:spMkLst>
            <pc:docMk/>
            <pc:sldMk cId="0" sldId="267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21.762" v="55" actId="22"/>
          <ac:spMkLst>
            <pc:docMk/>
            <pc:sldMk cId="0" sldId="267"/>
            <ac:spMk id="12" creationId="{9652ECB3-17BB-E0EC-3B0B-42A4E1A496C1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17.812" v="54" actId="22"/>
        <pc:sldMkLst>
          <pc:docMk/>
          <pc:sldMk cId="0" sldId="268"/>
        </pc:sldMkLst>
        <pc:spChg chg="del">
          <ac:chgData name="Sydney Malunga" userId="f348baeb-1f05-486c-bbcc-2da6e207d963" providerId="ADAL" clId="{DE3B0BC8-E27C-48FE-86D3-D2EF9400FA41}" dt="2026-08-18T08:28:52.691" v="25" actId="478"/>
          <ac:spMkLst>
            <pc:docMk/>
            <pc:sldMk cId="0" sldId="268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17.812" v="54" actId="22"/>
          <ac:spMkLst>
            <pc:docMk/>
            <pc:sldMk cId="0" sldId="268"/>
            <ac:spMk id="15" creationId="{7A2C0DB0-06ED-7E38-F14C-7D5445CBBD90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14.892" v="53" actId="22"/>
        <pc:sldMkLst>
          <pc:docMk/>
          <pc:sldMk cId="0" sldId="269"/>
        </pc:sldMkLst>
        <pc:spChg chg="del">
          <ac:chgData name="Sydney Malunga" userId="f348baeb-1f05-486c-bbcc-2da6e207d963" providerId="ADAL" clId="{DE3B0BC8-E27C-48FE-86D3-D2EF9400FA41}" dt="2026-08-18T08:28:55.209" v="26" actId="478"/>
          <ac:spMkLst>
            <pc:docMk/>
            <pc:sldMk cId="0" sldId="269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14.892" v="53" actId="22"/>
          <ac:spMkLst>
            <pc:docMk/>
            <pc:sldMk cId="0" sldId="269"/>
            <ac:spMk id="12" creationId="{4444DB47-60B3-1B67-CB40-D68CF2F39362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13.338" v="52" actId="22"/>
        <pc:sldMkLst>
          <pc:docMk/>
          <pc:sldMk cId="0" sldId="270"/>
        </pc:sldMkLst>
        <pc:spChg chg="del">
          <ac:chgData name="Sydney Malunga" userId="f348baeb-1f05-486c-bbcc-2da6e207d963" providerId="ADAL" clId="{DE3B0BC8-E27C-48FE-86D3-D2EF9400FA41}" dt="2026-08-18T08:28:57.324" v="27" actId="478"/>
          <ac:spMkLst>
            <pc:docMk/>
            <pc:sldMk cId="0" sldId="270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13.338" v="52" actId="22"/>
          <ac:spMkLst>
            <pc:docMk/>
            <pc:sldMk cId="0" sldId="270"/>
            <ac:spMk id="17" creationId="{81ADA660-EA17-D13F-FF97-E0230400AB00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11.880" v="51" actId="22"/>
        <pc:sldMkLst>
          <pc:docMk/>
          <pc:sldMk cId="0" sldId="271"/>
        </pc:sldMkLst>
        <pc:spChg chg="del">
          <ac:chgData name="Sydney Malunga" userId="f348baeb-1f05-486c-bbcc-2da6e207d963" providerId="ADAL" clId="{DE3B0BC8-E27C-48FE-86D3-D2EF9400FA41}" dt="2026-08-18T08:28:59.621" v="28" actId="478"/>
          <ac:spMkLst>
            <pc:docMk/>
            <pc:sldMk cId="0" sldId="271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11.880" v="51" actId="22"/>
          <ac:spMkLst>
            <pc:docMk/>
            <pc:sldMk cId="0" sldId="271"/>
            <ac:spMk id="11" creationId="{9E1BB442-EBBA-3B86-62C1-A62614196FE6}"/>
          </ac:spMkLst>
        </pc:spChg>
      </pc:sldChg>
      <pc:sldChg chg="addSp delSp modSp mod">
        <pc:chgData name="Sydney Malunga" userId="f348baeb-1f05-486c-bbcc-2da6e207d963" providerId="ADAL" clId="{DE3B0BC8-E27C-48FE-86D3-D2EF9400FA41}" dt="2026-08-18T08:30:10.896" v="50" actId="22"/>
        <pc:sldMkLst>
          <pc:docMk/>
          <pc:sldMk cId="0" sldId="272"/>
        </pc:sldMkLst>
        <pc:spChg chg="del mod">
          <ac:chgData name="Sydney Malunga" userId="f348baeb-1f05-486c-bbcc-2da6e207d963" providerId="ADAL" clId="{DE3B0BC8-E27C-48FE-86D3-D2EF9400FA41}" dt="2026-08-18T08:29:02.736" v="30" actId="478"/>
          <ac:spMkLst>
            <pc:docMk/>
            <pc:sldMk cId="0" sldId="272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10.896" v="50" actId="22"/>
          <ac:spMkLst>
            <pc:docMk/>
            <pc:sldMk cId="0" sldId="272"/>
            <ac:spMk id="10" creationId="{AB2B0D17-7854-B6FE-BDCD-D517B2F9839F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09.236" v="49" actId="22"/>
        <pc:sldMkLst>
          <pc:docMk/>
          <pc:sldMk cId="0" sldId="273"/>
        </pc:sldMkLst>
        <pc:spChg chg="del">
          <ac:chgData name="Sydney Malunga" userId="f348baeb-1f05-486c-bbcc-2da6e207d963" providerId="ADAL" clId="{DE3B0BC8-E27C-48FE-86D3-D2EF9400FA41}" dt="2026-08-18T08:29:06.110" v="31" actId="478"/>
          <ac:spMkLst>
            <pc:docMk/>
            <pc:sldMk cId="0" sldId="273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09.236" v="49" actId="22"/>
          <ac:spMkLst>
            <pc:docMk/>
            <pc:sldMk cId="0" sldId="273"/>
            <ac:spMk id="17" creationId="{27E6ABC5-BB94-8BEE-E038-C9B13984811E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08.167" v="48" actId="22"/>
        <pc:sldMkLst>
          <pc:docMk/>
          <pc:sldMk cId="0" sldId="274"/>
        </pc:sldMkLst>
        <pc:spChg chg="del">
          <ac:chgData name="Sydney Malunga" userId="f348baeb-1f05-486c-bbcc-2da6e207d963" providerId="ADAL" clId="{DE3B0BC8-E27C-48FE-86D3-D2EF9400FA41}" dt="2026-08-18T08:29:08.219" v="32" actId="478"/>
          <ac:spMkLst>
            <pc:docMk/>
            <pc:sldMk cId="0" sldId="274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08.167" v="48" actId="22"/>
          <ac:spMkLst>
            <pc:docMk/>
            <pc:sldMk cId="0" sldId="274"/>
            <ac:spMk id="24" creationId="{868043D5-4244-7491-8ED6-0E417515BC20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07.144" v="47" actId="22"/>
        <pc:sldMkLst>
          <pc:docMk/>
          <pc:sldMk cId="0" sldId="275"/>
        </pc:sldMkLst>
        <pc:spChg chg="del">
          <ac:chgData name="Sydney Malunga" userId="f348baeb-1f05-486c-bbcc-2da6e207d963" providerId="ADAL" clId="{DE3B0BC8-E27C-48FE-86D3-D2EF9400FA41}" dt="2026-08-18T08:29:11.509" v="33" actId="478"/>
          <ac:spMkLst>
            <pc:docMk/>
            <pc:sldMk cId="0" sldId="275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07.144" v="47" actId="22"/>
          <ac:spMkLst>
            <pc:docMk/>
            <pc:sldMk cId="0" sldId="275"/>
            <ac:spMk id="24" creationId="{58D87E0A-3BF6-358E-4828-83D727E95F38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06.056" v="46" actId="22"/>
        <pc:sldMkLst>
          <pc:docMk/>
          <pc:sldMk cId="0" sldId="276"/>
        </pc:sldMkLst>
        <pc:spChg chg="del">
          <ac:chgData name="Sydney Malunga" userId="f348baeb-1f05-486c-bbcc-2da6e207d963" providerId="ADAL" clId="{DE3B0BC8-E27C-48FE-86D3-D2EF9400FA41}" dt="2026-08-18T08:29:14.356" v="34" actId="478"/>
          <ac:spMkLst>
            <pc:docMk/>
            <pc:sldMk cId="0" sldId="276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06.056" v="46" actId="22"/>
          <ac:spMkLst>
            <pc:docMk/>
            <pc:sldMk cId="0" sldId="276"/>
            <ac:spMk id="24" creationId="{7676C2B8-2401-69D4-033F-AC10C974BBBF}"/>
          </ac:spMkLst>
        </pc:spChg>
      </pc:sldChg>
      <pc:sldChg chg="addSp delSp mod">
        <pc:chgData name="Sydney Malunga" userId="f348baeb-1f05-486c-bbcc-2da6e207d963" providerId="ADAL" clId="{DE3B0BC8-E27C-48FE-86D3-D2EF9400FA41}" dt="2026-08-18T08:30:04.414" v="45" actId="22"/>
        <pc:sldMkLst>
          <pc:docMk/>
          <pc:sldMk cId="0" sldId="277"/>
        </pc:sldMkLst>
        <pc:spChg chg="del">
          <ac:chgData name="Sydney Malunga" userId="f348baeb-1f05-486c-bbcc-2da6e207d963" providerId="ADAL" clId="{DE3B0BC8-E27C-48FE-86D3-D2EF9400FA41}" dt="2026-08-18T08:29:16.471" v="35" actId="478"/>
          <ac:spMkLst>
            <pc:docMk/>
            <pc:sldMk cId="0" sldId="277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30:04.414" v="45" actId="22"/>
          <ac:spMkLst>
            <pc:docMk/>
            <pc:sldMk cId="0" sldId="277"/>
            <ac:spMk id="9" creationId="{4F786716-BF54-D48B-FF20-E5915FB5E5E7}"/>
          </ac:spMkLst>
        </pc:spChg>
      </pc:sldChg>
      <pc:sldChg chg="addSp delSp modSp mod">
        <pc:chgData name="Sydney Malunga" userId="f348baeb-1f05-486c-bbcc-2da6e207d963" providerId="ADAL" clId="{DE3B0BC8-E27C-48FE-86D3-D2EF9400FA41}" dt="2026-08-18T08:30:02.115" v="44" actId="21"/>
        <pc:sldMkLst>
          <pc:docMk/>
          <pc:sldMk cId="0" sldId="278"/>
        </pc:sldMkLst>
        <pc:spChg chg="del">
          <ac:chgData name="Sydney Malunga" userId="f348baeb-1f05-486c-bbcc-2da6e207d963" providerId="ADAL" clId="{DE3B0BC8-E27C-48FE-86D3-D2EF9400FA41}" dt="2026-08-18T08:29:30.579" v="37" actId="478"/>
          <ac:spMkLst>
            <pc:docMk/>
            <pc:sldMk cId="0" sldId="278"/>
            <ac:spMk id="2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29:31.936" v="38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29:46.155" v="42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29:29.780" v="36" actId="478"/>
          <ac:spMkLst>
            <pc:docMk/>
            <pc:sldMk cId="0" sldId="278"/>
            <ac:spMk id="7" creationId="{00000000-0000-0000-0000-000000000000}"/>
          </ac:spMkLst>
        </pc:spChg>
        <pc:spChg chg="add del mod">
          <ac:chgData name="Sydney Malunga" userId="f348baeb-1f05-486c-bbcc-2da6e207d963" providerId="ADAL" clId="{DE3B0BC8-E27C-48FE-86D3-D2EF9400FA41}" dt="2026-08-18T08:30:02.115" v="44" actId="21"/>
          <ac:spMkLst>
            <pc:docMk/>
            <pc:sldMk cId="0" sldId="278"/>
            <ac:spMk id="8" creationId="{00000000-0000-0000-0000-000000000000}"/>
          </ac:spMkLst>
        </pc:spChg>
        <pc:picChg chg="add del">
          <ac:chgData name="Sydney Malunga" userId="f348baeb-1f05-486c-bbcc-2da6e207d963" providerId="ADAL" clId="{DE3B0BC8-E27C-48FE-86D3-D2EF9400FA41}" dt="2026-08-18T08:29:34.938" v="40" actId="478"/>
          <ac:picMkLst>
            <pc:docMk/>
            <pc:sldMk cId="0" sldId="278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89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1188720" cy="783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TOPIC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724912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Means and Proportions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t-tests and Chi-square Tests, from first principles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02920" y="6080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worked examples from published Zimbabwean and Southern African research</a:t>
            </a:r>
            <a:endParaRPr lang="en-US" sz="12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13347F3B-05B3-ACC7-1EA4-FA08591D45BA}"/>
              </a:ext>
            </a:extLst>
          </p:cNvPr>
          <p:cNvSpPr/>
          <p:nvPr/>
        </p:nvSpPr>
        <p:spPr>
          <a:xfrm>
            <a:off x="8723392" y="3784284"/>
            <a:ext cx="3703625" cy="3611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0FC57906-5ED4-DC12-3EA0-5EFD56CB6BBD}"/>
              </a:ext>
            </a:extLst>
          </p:cNvPr>
          <p:cNvSpPr/>
          <p:nvPr/>
        </p:nvSpPr>
        <p:spPr>
          <a:xfrm>
            <a:off x="9683512" y="5750244"/>
            <a:ext cx="384048" cy="64008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B29E040-3492-CCE1-D4CA-268538581385}"/>
              </a:ext>
            </a:extLst>
          </p:cNvPr>
          <p:cNvSpPr/>
          <p:nvPr/>
        </p:nvSpPr>
        <p:spPr>
          <a:xfrm>
            <a:off x="10186432" y="4973004"/>
            <a:ext cx="384048" cy="141732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0B0C7067-B3E9-FF11-01A8-06ADDE0AF25B}"/>
              </a:ext>
            </a:extLst>
          </p:cNvPr>
          <p:cNvSpPr/>
          <p:nvPr/>
        </p:nvSpPr>
        <p:spPr>
          <a:xfrm>
            <a:off x="10689352" y="5430204"/>
            <a:ext cx="384048" cy="96012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FB6E23D4-EB6B-AFFB-19A6-B4B218C4BF22}"/>
              </a:ext>
            </a:extLst>
          </p:cNvPr>
          <p:cNvSpPr/>
          <p:nvPr/>
        </p:nvSpPr>
        <p:spPr>
          <a:xfrm>
            <a:off x="11192272" y="5155884"/>
            <a:ext cx="384048" cy="123444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be able to…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457200" cy="45720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5029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2121408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a comparison calls for a t-test or a chi-square test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862072"/>
            <a:ext cx="457200" cy="45720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50292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2834640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t-tests: one-sample, independent, and paired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3575304"/>
            <a:ext cx="457200" cy="45720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50292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3547872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plain words, what the t-statistic and chi-square statistic measure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4288536"/>
            <a:ext cx="457200" cy="45720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50292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4261104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interpret real t-test and chi-square results from published papers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2920" y="5001768"/>
            <a:ext cx="457200" cy="457200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Text 17"/>
          <p:cNvSpPr/>
          <p:nvPr/>
        </p:nvSpPr>
        <p:spPr>
          <a:xfrm>
            <a:off x="502920" y="5001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4974336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degrees of freedom without the algebra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2920" y="5715000"/>
            <a:ext cx="457200" cy="45720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3" name="Text 20"/>
          <p:cNvSpPr/>
          <p:nvPr/>
        </p:nvSpPr>
        <p:spPr>
          <a:xfrm>
            <a:off x="50292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5687568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these tests break down, and what to use instead</a:t>
            </a:r>
            <a:endParaRPr lang="en-US" sz="16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3457B8E-34E8-F73F-4B7D-1DAAE4812899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FROM LOGIC TO TOOLS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“how to test” to “which test”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05740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gave you the courtroom logic of hypothesis testing. This topic hands you the two tools clinicians reach for most: the </a:t>
            </a: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comparing averages, and the </a:t>
            </a: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comparing proportions.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731520" y="322783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49377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diabetes screened across Harare clinics. Mean age compared by sex (a t-test question) AND diabetes type compared by sex (a chi-square question) — same dataset (Kuguyo et al., 2024, BMC Public Health).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06324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0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6355080" y="322783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355080" y="3931920"/>
            <a:ext cx="49377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patients randomly selected across three hospitals in Mazowe District, Zimbabwe. A chi-square test compared missed-dose patterns across patients on different numbers of drug types (Mungati et al., 2014, BMC Cardiovasc Disord).</a:t>
            </a:r>
            <a:endParaRPr lang="en-US" sz="1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68BC4F43-BC4E-9BCC-4816-521BC4A39235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 60-SECOND REFRESHER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types, quick recap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19456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704088" y="23957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704088" y="23957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088" y="28529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data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04088" y="3310128"/>
            <a:ext cx="49926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CD4 count, weight, HbA1c. Summarised with a MEAN. Comparing means between groups → t-test.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19456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3" name="Shape 10"/>
          <p:cNvSpPr/>
          <p:nvPr/>
        </p:nvSpPr>
        <p:spPr>
          <a:xfrm>
            <a:off x="6327648" y="23957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6327648" y="23957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27648" y="28529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data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27648" y="3310128"/>
            <a:ext cx="49926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diabetes type, HIV status. Summarised with a PROPORTION. Comparing proportions between groups → chi-square.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598932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test: if you can sensibly average it, it's continuous. If you can only count how many fall in each box, it's categorical.</a:t>
            </a:r>
            <a:endParaRPr lang="en-US" sz="12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D75476B-1DAF-0C04-CAE6-330A50588DF6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DECISION THAT STARTS EVERY ANALYSIS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test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40280"/>
          <a:ext cx="11183112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being compared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mean vs a known value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One-sample t-test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independent groups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t-test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people, twice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t-test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Proportions across groups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test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Categorical, small 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Proportions, small expected counts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Fisher's exact test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5199A18B-2888-B8AF-2DD0-0BD0CD10823B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WHY DESIGN CHANGES THE TEST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“Same people twice” changes everything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11183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Newlands Clinic study tracked the SAME patients' weight before and after starting DTG-, EFV-, or ATV/r-based ART, seeing gains of roughly 4–5 kg over 24 months (Shamu et al., 2024, J Int AIDS Soc).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3566160"/>
            <a:ext cx="11183112" cy="1828800"/>
          </a:xfrm>
          <a:prstGeom prst="roundRect">
            <a:avLst>
              <a:gd name="adj" fmla="val 5000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2519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people, measured twice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think PAIRED.</a:t>
            </a:r>
            <a:r>
              <a:rPr lang="en-US" sz="18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Different people, one measurement each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think INDEPENDENT.</a:t>
            </a:r>
            <a:endParaRPr lang="en-US" sz="18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1D50714-3885-A8F5-4AF2-DB1F848DE4CC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THREE TOOLS, ONE FAMILY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t-test family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19659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t-test asks the same question in a different setting: “is the difference between averages bigger than chance alone would explain?”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Shape 6"/>
          <p:cNvSpPr/>
          <p:nvPr/>
        </p:nvSpPr>
        <p:spPr>
          <a:xfrm>
            <a:off x="704088" y="28529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704088" y="28529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4088" y="33101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One-sample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04088" y="3767328"/>
            <a:ext cx="49926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 vs a known / target value.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26517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4" name="Shape 11"/>
          <p:cNvSpPr/>
          <p:nvPr/>
        </p:nvSpPr>
        <p:spPr>
          <a:xfrm>
            <a:off x="6327648" y="28529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6327648" y="28529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27648" y="33101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27648" y="3767328"/>
            <a:ext cx="49926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groups of different people.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4805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9" name="Shape 16"/>
          <p:cNvSpPr/>
          <p:nvPr/>
        </p:nvSpPr>
        <p:spPr>
          <a:xfrm>
            <a:off x="704088" y="46817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Text 17"/>
          <p:cNvSpPr/>
          <p:nvPr/>
        </p:nvSpPr>
        <p:spPr>
          <a:xfrm>
            <a:off x="704088" y="46817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4088" y="51389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04088" y="5596128"/>
            <a:ext cx="49926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people, measured twice.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26480" y="44805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24" name="Text 21"/>
          <p:cNvSpPr/>
          <p:nvPr/>
        </p:nvSpPr>
        <p:spPr>
          <a:xfrm>
            <a:off x="6327648" y="46817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2 groups?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327648" y="5138928"/>
            <a:ext cx="49926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needs ANOVA — same logic, different tool, outside this topic.</a:t>
            </a:r>
            <a:endParaRPr lang="en-US" sz="13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887E9BF4-B572-1C55-3CAE-4A00A35143C2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WHAT THE NUMBER IS DOING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t-test: signal over noise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194560"/>
            <a:ext cx="11183112" cy="1737360"/>
          </a:xfrm>
          <a:prstGeom prst="roundRect">
            <a:avLst>
              <a:gd name="adj" fmla="val 5263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IN ONE SENTENCE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=  the difference between the two averages  ÷  how much that difference could wobble by chance (the standard error)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2920" y="429768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t means the SIGNAL (the real gap) is loud compared with the NOISE (sampling wobble).</a:t>
            </a:r>
            <a:endParaRPr lang="en-US" sz="17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3DCDDED3-38CE-B303-125A-4A8B04AF4966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ONE PICTURE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vs noise, visualised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noisy difference → small 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06040"/>
            <a:ext cx="1554480" cy="4572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2606040"/>
            <a:ext cx="4572000" cy="457200"/>
          </a:xfrm>
          <a:prstGeom prst="rect">
            <a:avLst/>
          </a:prstGeom>
          <a:solidFill>
            <a:srgbClr val="D9DEE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224028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(SE) — wide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9516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small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clear difference → big 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977640"/>
            <a:ext cx="3794760" cy="45720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502920" y="3977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3977640"/>
            <a:ext cx="914400" cy="457200"/>
          </a:xfrm>
          <a:prstGeom prst="rect">
            <a:avLst/>
          </a:prstGeom>
          <a:solidFill>
            <a:srgbClr val="D9DEE4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4480560" y="3977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large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2920" y="502920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make t bigger: a larger gap between means, or a smaller standard error (bigger n, less noisy data).</a:t>
            </a:r>
            <a:endParaRPr lang="en-US" sz="12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F729789-8B6A-FE26-A883-669A766EB895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READING A REAL COMPARISON OF MEANS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independent means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0574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people with diabetes screened across Harare clinics. Combined mean age 57.9 years (SD 14).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7432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Shape 6"/>
          <p:cNvSpPr/>
          <p:nvPr/>
        </p:nvSpPr>
        <p:spPr>
          <a:xfrm>
            <a:off x="704088" y="29443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5B6B7C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704088" y="29443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4088" y="340156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hypothesis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04088" y="385876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mean age is the same for men and women.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27432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4" name="Shape 11"/>
          <p:cNvSpPr/>
          <p:nvPr/>
        </p:nvSpPr>
        <p:spPr>
          <a:xfrm>
            <a:off x="6327648" y="29443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6327648" y="29443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27648" y="340156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hypothesis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27648" y="385876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mean age differs by sex.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480060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age was “comparable by gender (p &gt; 0.05)” (Kuguyo et al., 2024) — fail to reject H0.</a:t>
            </a:r>
            <a:endParaRPr lang="en-US" sz="12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D5ACCEB0-01EB-A93A-78C5-6B6FF414BBE9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CORRECT VS INCORRECT READING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“p &gt; 0.05” correctly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4F5F7"/>
          </a:solidFill>
          <a:ln w="28575">
            <a:solidFill>
              <a:srgbClr val="5B9A56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704088" y="248716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04088" y="2944368"/>
            <a:ext cx="499262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good evidence, in this sample, of a real age difference by sex — we fail to reject H0.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228600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4F5F7"/>
          </a:solidFill>
          <a:ln w="28575">
            <a:solidFill>
              <a:srgbClr val="E63425"/>
            </a:solidFill>
            <a:prstDash val="solid"/>
          </a:ln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327648" y="248716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27648" y="2944368"/>
            <a:ext cx="499262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 and women are exactly the same age” — a t-test can never prove two groups are identical.</a:t>
            </a:r>
            <a:endParaRPr lang="en-US" sz="13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764D2A5-24B7-625C-2D66-6B94F06EE265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“SAME PERSON, TWICE”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the paired idea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057400"/>
            <a:ext cx="111831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Newlands Clinic patients starting DTG-, EFV-, or ATV/r-based ART had weight measured repeatedly. At 24 months, DTG patients gained roughly 4.5 kg (women) and 3.7 kg (men) — about double the EFV gain (Shamu et al., 2024).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3611880"/>
            <a:ext cx="11183112" cy="1783080"/>
          </a:xfrm>
          <a:prstGeom prst="roundRect">
            <a:avLst>
              <a:gd name="adj" fmla="val 5128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“PAIRED”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2519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supplies TWO linked measurements. A paired t-test works with each person's own (after − before) difference.</a:t>
            </a:r>
            <a:endParaRPr lang="en-US" sz="17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652ECB3-17BB-E0EC-3B0B-42A4E1A496C1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THE TOOL FOR PROPORTIONS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chi-square test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19456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704088" y="23957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04088" y="2852928"/>
            <a:ext cx="49926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association between two categorical variables — e.g. sex and diabetes type?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219456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327648" y="239572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H0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27648" y="2852928"/>
            <a:ext cx="49926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categorical variables are INDEPENDENT — no association exists.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arranged in a contingency table: rows for one variable, columns for the other.</a:t>
            </a:r>
            <a:endParaRPr lang="en-US" sz="12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A2C0DB0-06ED-7E38-F14C-7D5445CBBD90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WHAT THE NUMBER IS DOING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chi-square: observed vs expected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194560"/>
            <a:ext cx="11183112" cy="1737360"/>
          </a:xfrm>
          <a:prstGeom prst="roundRect">
            <a:avLst>
              <a:gd name="adj" fmla="val 5263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χ², IN ONE SENTENCE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cell: (observed − expected)² ÷ expected — then add every cell together.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2920" y="429768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gap between what you saw and what H0 predicts → bigger χ² → H0 (independence) looks less plausible.</a:t>
            </a:r>
            <a:endParaRPr lang="en-US" sz="17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444DB47-60B3-1B67-CB40-D68CF2F39362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ONE PICTURE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2×2 table, visualised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377440"/>
            <a:ext cx="310896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3611880" y="2377440"/>
            <a:ext cx="310896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502920" y="2377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11880" y="2377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(if H0 true)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54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2" name="Shape 9"/>
          <p:cNvSpPr/>
          <p:nvPr/>
        </p:nvSpPr>
        <p:spPr>
          <a:xfrm>
            <a:off x="3611880" y="3154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502920" y="3154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counted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11880" y="3154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H0 predicts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8040" y="23774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 in every cell
→ small χ² → not significant
Large gap in every cell
→ large χ² → likely significant</a:t>
            </a:r>
            <a:endParaRPr lang="en-US" sz="16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1ADA660-EA17-D13F-FF97-E0230400AB00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REAL RESULT — NOT SIGNIFICANT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Mazowe District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Mungati et al. (2014): does number of drug types relate to missed doses, among 201 hypertensive patients?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926080"/>
            <a:ext cx="11183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χ² = 0.85, P = 0.65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0.65 ≥ 0.05 → fail to reject H0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443484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association detected in this sample — not proof that none exists.</a:t>
            </a:r>
            <a:endParaRPr lang="en-US" sz="12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E1BB442-EBBA-3B86-62C1-A62614196FE6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REAL RESULT — SIGNIFICANT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Harare diabetic foot study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11183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Kuguyo et al. (2024): diabetes type (1 vs 2) “significantly differed by gender (p &lt; 0.001)” — about 26% of men had type 1, vs 15% of women.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far below 0.05 → reject H0. Same dataset, Section 6's AGE comparison used a t-test question; this DIABETES TYPE comparison uses a chi-square question.</a:t>
            </a:r>
            <a:endParaRPr lang="en-US" sz="12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B2B0D17-7854-B6FE-BDCD-D517B2F9839F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A NUMBER EVERY PRINTOUT SHOWS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Degrees of freedom, in plain terms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704088" y="24871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704088" y="24871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088" y="2944368"/>
            <a:ext cx="49926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Roughly: total people − number of means estimated. Two independent groups → df = n1 + n2 − 2.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2" name="Shape 9"/>
          <p:cNvSpPr/>
          <p:nvPr/>
        </p:nvSpPr>
        <p:spPr>
          <a:xfrm>
            <a:off x="6327648" y="24871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327648" y="24871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27648" y="2944368"/>
            <a:ext cx="49926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(rows − 1) × (columns − 1). A simple 2×2 table → df = 1.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525780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calculates df automatically — your job is to notice if it looks sensible for your data.</a:t>
            </a:r>
            <a:endParaRPr lang="en-US" sz="12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7E6ABC5-BB94-8BEE-E038-C9B13984811E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WHEN THESE TOOLS DON'T FIT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alternatives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704088" y="2331720"/>
            <a:ext cx="274320" cy="27432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1097280" y="2267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t-tests need roughly normal data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04088" y="277063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Machingura et al. (2017) reported HbA1c as a median (IQR), not mean (SD) — too skewed for a standard t-test.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Shape 9"/>
          <p:cNvSpPr/>
          <p:nvPr/>
        </p:nvSpPr>
        <p:spPr>
          <a:xfrm>
            <a:off x="6327648" y="2331720"/>
            <a:ext cx="274320" cy="274320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720840" y="2267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needs expected counts ≥ 5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327648" y="277063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that, use Fisher's exact test — common in small pilot studies.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886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704088" y="406908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1097280" y="4005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data? Go non-parametric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04088" y="450799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Mann–Whitney U replaces an independent t-test; Wilcoxon signed-rank replaces a paired t-test.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6480" y="3886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Shape 17"/>
          <p:cNvSpPr/>
          <p:nvPr/>
        </p:nvSpPr>
        <p:spPr>
          <a:xfrm>
            <a:off x="6327648" y="4069080"/>
            <a:ext cx="274320" cy="274320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1" name="Text 18"/>
          <p:cNvSpPr/>
          <p:nvPr/>
        </p:nvSpPr>
        <p:spPr>
          <a:xfrm>
            <a:off x="6720840" y="4005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must be independent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327648" y="450799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paired by design, each person should contribute once.</a:t>
            </a:r>
            <a:endParaRPr lang="en-US" sz="12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68043D5-4244-7491-8ED6-0E417515BC20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· QUICK REFERENCE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flow, in four questions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502920" cy="502920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2585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 categorical outcome?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26680" y="22585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t-test family or chi-square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246120"/>
            <a:ext cx="502920" cy="502920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321868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same people twice, or different groups?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26680" y="32186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paired or independent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02920" y="42062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Text 13"/>
          <p:cNvSpPr/>
          <p:nvPr/>
        </p:nvSpPr>
        <p:spPr>
          <a:xfrm>
            <a:off x="5029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41788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normal, or badly skewed with small n?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726680" y="41788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t-test or Mann–Whitney / Wilcoxon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02920" y="5166360"/>
            <a:ext cx="502920" cy="50292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34440" y="51389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every expected cell count ≥ 5?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726680" y="51389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chi-square or Fisher's exact</a:t>
            </a:r>
            <a:endParaRPr lang="en-US" sz="145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58D87E0A-3BF6-358E-4828-83D727E95F38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 · READING PAPERS CRITICALLY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pitfalls to watch for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704088" y="2331720"/>
            <a:ext cx="274320" cy="274320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1097280" y="2267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test on paired data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04088" y="277063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before/after values on the same patients as unrelated groups wastes information.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488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Shape 9"/>
          <p:cNvSpPr/>
          <p:nvPr/>
        </p:nvSpPr>
        <p:spPr>
          <a:xfrm>
            <a:off x="6327648" y="2331720"/>
            <a:ext cx="274320" cy="274320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3" name="Text 10"/>
          <p:cNvSpPr/>
          <p:nvPr/>
        </p:nvSpPr>
        <p:spPr>
          <a:xfrm>
            <a:off x="6720840" y="2267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with tiny expected counts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327648" y="277063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Fisher's exact test instead when counts are small.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886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704088" y="406908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1097280" y="4005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 significant” ≠ “no difference”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04088" y="450799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0.65 in Mazowe means no significant association was DETECTED, not proven absent.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6480" y="38862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Shape 17"/>
          <p:cNvSpPr/>
          <p:nvPr/>
        </p:nvSpPr>
        <p:spPr>
          <a:xfrm>
            <a:off x="6327648" y="4069080"/>
            <a:ext cx="274320" cy="274320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1" name="Text 18"/>
          <p:cNvSpPr/>
          <p:nvPr/>
        </p:nvSpPr>
        <p:spPr>
          <a:xfrm>
            <a:off x="6720840" y="4005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Ignoring effect size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327648" y="4507992"/>
            <a:ext cx="4992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p-value says nothing about clinical importance — always look at the actual numbers too.</a:t>
            </a:r>
            <a:endParaRPr lang="en-US" sz="12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676C2B8-2401-69D4-033F-AC10C974BBBF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"/>
            <a:ext cx="566928" cy="373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1632" y="274320"/>
            <a:ext cx="914400" cy="373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8686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 · RECAP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11183112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outcome, comparing means → t-test family (one-sample, independent, paired)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outcome, comparing proportions → chi-square test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signal (difference in means) ÷ noise (standard error)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sum of (observed − expected)² ÷ expected, across all cells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assumptions: normality for t-tests; expected counts ≥ 5 for chi-square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result is not automatically a clinically important one — look at the actual effect size</a:t>
            </a:r>
            <a:endParaRPr lang="en-US" sz="17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F786716-BF54-D48B-FF20-E5915FB5E5E7}"/>
              </a:ext>
            </a:extLst>
          </p:cNvPr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1005840" cy="6632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880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1958</Words>
  <Application>Microsoft Office PowerPoint</Application>
  <PresentationFormat>Widescreen</PresentationFormat>
  <Paragraphs>255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Means and Proportions: t-tests and Chi-square Tests</dc:title>
  <dc:subject>PptxGenJS Presentation</dc:subject>
  <dc:creator>Newlands Clinic Research Masterclass</dc:creator>
  <cp:lastModifiedBy>Sydney Malunga</cp:lastModifiedBy>
  <cp:revision>1</cp:revision>
  <dcterms:created xsi:type="dcterms:W3CDTF">2026-08-18T07:36:09Z</dcterms:created>
  <dcterms:modified xsi:type="dcterms:W3CDTF">2026-08-18T08:30:41Z</dcterms:modified>
</cp:coreProperties>
</file>